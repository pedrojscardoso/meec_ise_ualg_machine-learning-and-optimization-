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7"/>
    <p:restoredTop sz="94668"/>
  </p:normalViewPr>
  <p:slideViewPr>
    <p:cSldViewPr snapToGrid="0">
      <p:cViewPr varScale="1">
        <p:scale>
          <a:sx n="96" d="100"/>
          <a:sy n="96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CE02-DDF0-2031-3342-483A385FC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788EA-2192-8961-FCCA-95614EEB5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245C4-80BB-D85A-E11D-7963F834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4633A-4075-5BBC-3CA0-CFC125F9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BED64-42C4-1929-F9B1-AF73A720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9279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1439-5BD0-DF93-8ECE-34B482A9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0B11E-8784-FA96-10D7-FCBAA6037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BEB2E-A285-DA4B-1F25-91E282E3A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5823B-BC9D-DB4C-A502-9D8176404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F6913-CE2A-424A-F8A5-AACD7B22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8157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DEDA2-7CE2-9A73-7FE0-3C12D5EA0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09773-B68C-F733-76D6-FCFB908D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594D9-F4BE-A0B4-0CC0-553750B9A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9A044-8D3A-D6CC-4769-8755FC26C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F4A1D-20E2-DB19-9B44-9F55122F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1602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A3FD-FFFD-3B1F-E3E4-683FDA64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59600-65D4-C411-FDCE-E56CCC33C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D95F3-E198-0FBC-C01F-32EEAD046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0424E-9482-4A4B-5EE7-47428AEB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269B7-E01A-4E22-F554-5C26C4C8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CA55-4445-0262-3AC3-8AFB4FD5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902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F3B4-D36B-A129-33A5-D49E25EE8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AABDC-5F3D-A177-4BCC-10DC5856C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99DF-C0D3-D38A-227E-DE43FC365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3693A-ABF0-D55D-3635-5B81809D9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AE372-C655-E3B8-4CDA-CA0BE6900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A797EF-A9AE-0CDD-6462-C63FA1B1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E549AD-EC5C-CDEF-F082-1484A04E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9CD3-3E98-4C96-3B2B-4DF9A3E6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4379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D81AF-1FE7-9BB9-7C4F-8FECD4B1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9D881-E5CA-08DA-0F75-A63F8541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953E6-C388-E00A-3A4F-1F5693FE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BF36F-5622-FFD8-4AC5-5BA419F5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27311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26D2F-DF97-8F9B-B567-100D25BE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D29EE-DCFD-0840-E223-03F912F5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6ABBE-6619-84D7-033B-2236BF6D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8349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5AE0-935D-D48A-1D5B-758754696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F52A4-4ACA-FAF1-6341-E021F3D2F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D51A2-AFA9-1736-3F2B-FB5E4D90C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19254-B9D0-1F7D-712C-3C556645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6D3A8-A6CB-799E-2539-287313DD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A7C5D-06AB-9FAB-A124-3DE0BE56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7603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206D-91CE-C459-A1FA-E4ACEB2B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990DB-0312-1CFF-BD1A-7C5292957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A9FA5-F628-BA76-AC84-F62210127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7176F-6268-0948-C8EE-5FEC585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90ABE-8BF4-CB2E-9515-E2173132F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8D3B0-2F21-624F-7878-6163ACE0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7818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1BA0-AA3D-FCBD-948C-B1D5BBF94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8A262-D7ED-F4A4-1B27-0813D59DA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897E7-9B81-43B4-951B-01086E5E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644A2-421F-9E71-B950-EF03544D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835D6-2A78-F321-F6D5-64AFE8B0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1971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B37C1-0801-5AE0-5CCF-71B9FB389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396F7-D06D-704C-65CB-26CBDDD4D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CAA82-2E95-AD45-44EA-FFD37EFB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E419C-C5F9-B48F-7455-0263C8E3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3E10D-5CB0-E194-D173-3B0525C8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29897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BAE30-AE44-CF6A-B95B-3D19BEF9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D01A6-092C-D758-CFEE-61DDEB76C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E7A24-4919-70D4-D4EB-A91BD7078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7D831-FFC5-844B-81B5-E9DE0E64AC5E}" type="datetimeFigureOut">
              <a:rPr lang="en-PT" smtClean="0"/>
              <a:t>17/09/2024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9AE8C-0AA5-B761-ABEB-32CBD426D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78A73-E07E-3A2B-5300-136DE224F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32C9A-24A7-6E45-84C7-1B598C234A4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3710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D647FC-A1B2-6EA5-8FB7-85293A14F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353290"/>
              </p:ext>
            </p:extLst>
          </p:nvPr>
        </p:nvGraphicFramePr>
        <p:xfrm>
          <a:off x="132522" y="370698"/>
          <a:ext cx="11913705" cy="5553024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2382741">
                  <a:extLst>
                    <a:ext uri="{9D8B030D-6E8A-4147-A177-3AD203B41FA5}">
                      <a16:colId xmlns:a16="http://schemas.microsoft.com/office/drawing/2014/main" val="1653367109"/>
                    </a:ext>
                  </a:extLst>
                </a:gridCol>
                <a:gridCol w="2382741">
                  <a:extLst>
                    <a:ext uri="{9D8B030D-6E8A-4147-A177-3AD203B41FA5}">
                      <a16:colId xmlns:a16="http://schemas.microsoft.com/office/drawing/2014/main" val="531217662"/>
                    </a:ext>
                  </a:extLst>
                </a:gridCol>
                <a:gridCol w="2382741">
                  <a:extLst>
                    <a:ext uri="{9D8B030D-6E8A-4147-A177-3AD203B41FA5}">
                      <a16:colId xmlns:a16="http://schemas.microsoft.com/office/drawing/2014/main" val="3605889813"/>
                    </a:ext>
                  </a:extLst>
                </a:gridCol>
                <a:gridCol w="2382741">
                  <a:extLst>
                    <a:ext uri="{9D8B030D-6E8A-4147-A177-3AD203B41FA5}">
                      <a16:colId xmlns:a16="http://schemas.microsoft.com/office/drawing/2014/main" val="4098267680"/>
                    </a:ext>
                  </a:extLst>
                </a:gridCol>
                <a:gridCol w="2382741">
                  <a:extLst>
                    <a:ext uri="{9D8B030D-6E8A-4147-A177-3AD203B41FA5}">
                      <a16:colId xmlns:a16="http://schemas.microsoft.com/office/drawing/2014/main" val="1265115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effectLst/>
                        </a:rPr>
                        <a:t>String</a:t>
                      </a:r>
                      <a:endParaRPr lang="en-GB" sz="2400" b="1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effectLst/>
                        </a:rPr>
                        <a:t>List</a:t>
                      </a:r>
                      <a:endParaRPr lang="en-GB" sz="2400" b="1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effectLst/>
                        </a:rPr>
                        <a:t>Tuple</a:t>
                      </a:r>
                      <a:endParaRPr lang="en-GB" sz="2400" b="1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effectLst/>
                        </a:rPr>
                        <a:t>Set</a:t>
                      </a:r>
                      <a:endParaRPr lang="en-GB" sz="2400" b="1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effectLst/>
                        </a:rPr>
                        <a:t>Dictionary</a:t>
                      </a:r>
                      <a:endParaRPr lang="en-GB" sz="2400" b="1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30666410"/>
                  </a:ext>
                </a:extLst>
              </a:tr>
              <a:tr h="446868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Immutable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Mutable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Immutable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Mutable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Mutable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264085"/>
                  </a:ext>
                </a:extLst>
              </a:tr>
              <a:tr h="43766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Ordered/ Indexed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Ordered/ Indexed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Ordered/ Indexed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Unordered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effectLst/>
                        </a:rPr>
                        <a:t>Unordered</a:t>
                      </a:r>
                      <a:endParaRPr lang="en-GB" sz="150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14362"/>
                  </a:ext>
                </a:extLst>
              </a:tr>
              <a:tr h="87692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Allows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Duplicate Members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Allows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Duplicate Members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Allows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Duplicate Members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Doesn't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Allows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Duplicate Members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effectLst/>
                        </a:rPr>
                        <a:t>Doesn't</a:t>
                      </a:r>
                    </a:p>
                    <a:p>
                      <a:pPr algn="ctr"/>
                      <a:r>
                        <a:rPr lang="en-GB" sz="1500">
                          <a:effectLst/>
                        </a:rPr>
                        <a:t>Allows</a:t>
                      </a:r>
                    </a:p>
                    <a:p>
                      <a:pPr algn="ctr"/>
                      <a:r>
                        <a:rPr lang="en-GB" sz="1500">
                          <a:effectLst/>
                        </a:rPr>
                        <a:t>Duplicate</a:t>
                      </a:r>
                    </a:p>
                    <a:p>
                      <a:pPr algn="ctr"/>
                      <a:r>
                        <a:rPr lang="en-GB" sz="1500">
                          <a:effectLst/>
                        </a:rPr>
                        <a:t>Keys</a:t>
                      </a:r>
                      <a:endParaRPr lang="en-GB" sz="150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162588"/>
                  </a:ext>
                </a:extLst>
              </a:tr>
              <a:tr h="65649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Empty String = “”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Empty list = []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Empty tuple= ()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Empty set = set()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Empty dictionary = {}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63993"/>
                  </a:ext>
                </a:extLst>
              </a:tr>
              <a:tr h="109415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String with single element =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"Hello"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my _list = ["Hello",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"World"]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>
                          <a:effectLst/>
                        </a:rPr>
                        <a:t>my_tuple</a:t>
                      </a:r>
                      <a:r>
                        <a:rPr lang="en-GB" sz="1500" dirty="0">
                          <a:effectLst/>
                        </a:rPr>
                        <a:t> =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("Hello",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"World")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>
                          <a:effectLst/>
                        </a:rPr>
                        <a:t>my_set</a:t>
                      </a:r>
                      <a:r>
                        <a:rPr lang="en-GB" sz="1500" dirty="0">
                          <a:effectLst/>
                        </a:rPr>
                        <a:t> =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{"Hello",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"World"}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>
                          <a:effectLst/>
                        </a:rPr>
                        <a:t>my_dict</a:t>
                      </a:r>
                      <a:r>
                        <a:rPr lang="en-GB" sz="1500" dirty="0">
                          <a:effectLst/>
                        </a:rPr>
                        <a:t> =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{'greeting": "Hello",</a:t>
                      </a:r>
                    </a:p>
                    <a:p>
                      <a:pPr algn="ctr"/>
                      <a:r>
                        <a:rPr lang="en-GB" sz="1500" dirty="0">
                          <a:effectLst/>
                        </a:rPr>
                        <a:t>"salutation": "World”}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362051"/>
                  </a:ext>
                </a:extLst>
              </a:tr>
              <a:tr h="1637696">
                <a:tc>
                  <a:txBody>
                    <a:bodyPr/>
                    <a:lstStyle/>
                    <a:p>
                      <a:pPr algn="ctr"/>
                      <a:br>
                        <a:rPr lang="en-PT" sz="1500" dirty="0">
                          <a:effectLst/>
                        </a:rPr>
                      </a:br>
                      <a:endParaRPr lang="en-PT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It can store any data types str, list, set, tuple, int and dictionary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It can store any data types str, list, set, tuple, int and dictionary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It can store data types (int, str, tuple) but not (list, set, dictionary)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effectLst/>
                        </a:rPr>
                        <a:t>Inside of dictionary key can be int, str and tuple (and other  </a:t>
                      </a:r>
                      <a:r>
                        <a:rPr lang="en-GB" sz="1500" dirty="0" err="1">
                          <a:effectLst/>
                        </a:rPr>
                        <a:t>immutables</a:t>
                      </a:r>
                      <a:r>
                        <a:rPr lang="en-GB" sz="1500" dirty="0">
                          <a:effectLst/>
                        </a:rPr>
                        <a:t>)  only values can be of any data type int, str, list, set and dictionary</a:t>
                      </a:r>
                      <a:endParaRPr lang="en-GB" sz="1500" dirty="0">
                        <a:effectLst/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04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377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202</Words>
  <Application>Microsoft Macintosh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Cardoso</dc:creator>
  <cp:lastModifiedBy>Pedro Cardoso</cp:lastModifiedBy>
  <cp:revision>3</cp:revision>
  <dcterms:created xsi:type="dcterms:W3CDTF">2024-09-17T21:19:38Z</dcterms:created>
  <dcterms:modified xsi:type="dcterms:W3CDTF">2024-09-18T08:05:35Z</dcterms:modified>
</cp:coreProperties>
</file>